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0"/>
            <a:ext cx="54864" cy="2560320"/>
          </a:xfrm>
          <a:prstGeom prst="rect">
            <a:avLst/>
          </a:prstGeom>
          <a:solidFill>
            <a:srgbClr val="B026FF"/>
          </a:solidFill>
        </p:spPr>
      </p:sp>
      <p:sp>
        <p:nvSpPr>
          <p:cNvPr id="3" name="Shape 1"/>
          <p:cNvSpPr/>
          <p:nvPr/>
        </p:nvSpPr>
        <p:spPr>
          <a:xfrm>
            <a:off x="8823960" y="1645920"/>
            <a:ext cx="54864" cy="201168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320040" y="1325880"/>
            <a:ext cx="128016" cy="12801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Shape 3"/>
          <p:cNvSpPr/>
          <p:nvPr/>
        </p:nvSpPr>
        <p:spPr>
          <a:xfrm>
            <a:off x="8732520" y="1691640"/>
            <a:ext cx="128016" cy="128016"/>
          </a:xfrm>
          <a:prstGeom prst="rect">
            <a:avLst/>
          </a:prstGeom>
          <a:solidFill>
            <a:srgbClr val="B026FF"/>
          </a:solidFill>
        </p:spPr>
      </p:sp>
      <p:sp>
        <p:nvSpPr>
          <p:cNvPr id="6" name="Text 4"/>
          <p:cNvSpPr/>
          <p:nvPr/>
        </p:nvSpPr>
        <p:spPr>
          <a:xfrm>
            <a:off x="1097280" y="1737360"/>
            <a:ext cx="6949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糖战·胰岛防线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Glucose War : The Last Islet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26080" y="3246120"/>
            <a:ext cx="32918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3337560"/>
            <a:ext cx="2194560" cy="0"/>
          </a:xfrm>
          <a:prstGeom prst="line">
            <a:avLst/>
          </a:prstGeom>
          <a:noFill/>
          <a:ln w="19050">
            <a:solidFill>
              <a:srgbClr val="B02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66160"/>
            <a:ext cx="6949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纵版卷轴射击  ·  糖尿病科普  ·  人体微观世界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02336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第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12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组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成员：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2023150024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何浩然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      2023150061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何子龙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31920" y="4709160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13" name="Shape 11"/>
          <p:cNvSpPr/>
          <p:nvPr/>
        </p:nvSpPr>
        <p:spPr>
          <a:xfrm>
            <a:off x="4434840" y="4709160"/>
            <a:ext cx="73152" cy="73152"/>
          </a:xfrm>
          <a:prstGeom prst="ellipse">
            <a:avLst/>
          </a:prstGeom>
          <a:solidFill>
            <a:srgbClr val="B026FF"/>
          </a:solidFill>
        </p:spPr>
      </p:sp>
      <p:sp>
        <p:nvSpPr>
          <p:cNvPr id="14" name="Shape 12"/>
          <p:cNvSpPr/>
          <p:nvPr/>
        </p:nvSpPr>
        <p:spPr>
          <a:xfrm>
            <a:off x="4937760" y="4709160"/>
            <a:ext cx="73152" cy="73152"/>
          </a:xfrm>
          <a:prstGeom prst="ellipse">
            <a:avLst/>
          </a:prstGeom>
          <a:solidFill>
            <a:srgbClr val="00D4FF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36576"/>
          </a:xfrm>
          <a:prstGeom prst="rect">
            <a:avLst/>
          </a:prstGeom>
          <a:solidFill>
            <a:srgbClr val="B026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痛点与机会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Problem &amp; Opportunity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2918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36576"/>
          </a:xfrm>
          <a:prstGeom prst="rect">
            <a:avLst/>
          </a:prstGeom>
          <a:solidFill>
            <a:srgbClr val="CC2222"/>
          </a:solidFill>
        </p:spPr>
      </p:sp>
      <p:sp>
        <p:nvSpPr>
          <p:cNvPr id="7" name="Text 5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糖尿病的「甜蜜危机」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474720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年轻化趋势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从老年专属病蔓延至20-35岁群体，越来越多人被「甜蜜杀手」威胁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生活方式陷阱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高糖外卖 + 奶茶甜品 + 久坐不动 = 代谢系统全面崩溃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科普困境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晦涩医学术语 + 刻板说教 → 年轻人不听、不信、不传播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32918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402336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1" name="Text 9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我们的解决方案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474720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游戏化科普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纵版射击 = 人人会玩，启动即学，零门槛上手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沉浸式体验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亲眼「看见」高血糖侵蚀身体的过程，直击内心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玩法即知识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闪避弹幕=躲避高糖  释放大招=注射胰岛素  道具=健康隐喻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709160"/>
            <a:ext cx="8412480" cy="1828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4" name="Text 12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操控纳米战机，在血管 / 眼底 / 胰岛中击退高糖怪物，拯救濒临崩坏的身体。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36576"/>
          </a:xfrm>
          <a:prstGeom prst="rect">
            <a:avLst/>
          </a:prstGeom>
          <a:solidFill>
            <a:srgbClr val="CC2222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故事与世界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Story &amp; Worldview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6916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914400" cy="36576"/>
          </a:xfrm>
          <a:prstGeom prst="rect">
            <a:avLst/>
          </a:prstGeom>
          <a:solidFill>
            <a:srgbClr val="B026FF"/>
          </a:solidFill>
        </p:spPr>
      </p:sp>
      <p:sp>
        <p:nvSpPr>
          <p:cNvPr id="7" name="Text 5"/>
          <p:cNvSpPr/>
          <p:nvPr/>
        </p:nvSpPr>
        <p:spPr>
          <a:xfrm>
            <a:off x="594360" y="13990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2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世界观设定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公元2045年，纳米医疗成熟。患者林先生因酮症酸中毒昏迷——医生启动GUARD协议，将纳米战机INS-09注入其体内。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6916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91440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1" name="Text 9"/>
          <p:cNvSpPr/>
          <p:nvPr/>
        </p:nvSpPr>
        <p:spPr>
          <a:xfrm>
            <a:off x="4983480" y="13990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三大战区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83480" y="1764792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序章(注射) → 关一「血潮」血管 → 关二「盲视」视网膜 → 关三「核心」胰岛 → 决战 → 双结局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16916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914400" cy="36576"/>
          </a:xfrm>
          <a:prstGeom prst="rect">
            <a:avLst/>
          </a:prstGeom>
          <a:solidFill>
            <a:srgbClr val="FFB800"/>
          </a:solidFill>
        </p:spPr>
      </p:sp>
      <p:sp>
        <p:nvSpPr>
          <p:cNvPr id="15" name="Text 13"/>
          <p:cNvSpPr/>
          <p:nvPr/>
        </p:nvSpPr>
        <p:spPr>
          <a:xfrm>
            <a:off x="594360" y="33192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真结局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3685032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胰岛重启，林先生苏醒。「这次我们赢了。但真正的防线，是你自己的生活方式。」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4114800" cy="16916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54680"/>
            <a:ext cx="914400" cy="36576"/>
          </a:xfrm>
          <a:prstGeom prst="rect">
            <a:avLst/>
          </a:prstGeom>
          <a:solidFill>
            <a:srgbClr val="CC2222"/>
          </a:solidFill>
        </p:spPr>
      </p:sp>
      <p:sp>
        <p:nvSpPr>
          <p:cNvPr id="19" name="Text 17"/>
          <p:cNvSpPr/>
          <p:nvPr/>
        </p:nvSpPr>
        <p:spPr>
          <a:xfrm>
            <a:off x="4983480" y="33192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C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坏结局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3685032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心电图拉平。「如果一切只是发生在游戏里，那该多好。」——强化警示，直击人心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2103120"/>
            <a:ext cx="228600" cy="0"/>
          </a:xfrm>
          <a:prstGeom prst="line">
            <a:avLst/>
          </a:prstGeom>
          <a:noFill/>
          <a:ln w="12700">
            <a:solidFill>
              <a:srgbClr val="5566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023360"/>
            <a:ext cx="228600" cy="0"/>
          </a:xfrm>
          <a:prstGeom prst="line">
            <a:avLst/>
          </a:prstGeom>
          <a:noFill/>
          <a:ln w="12700">
            <a:solidFill>
              <a:srgbClr val="5566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2971800"/>
            <a:ext cx="0" cy="228600"/>
          </a:xfrm>
          <a:prstGeom prst="line">
            <a:avLst/>
          </a:prstGeom>
          <a:noFill/>
          <a:ln w="12700">
            <a:solidFill>
              <a:srgbClr val="5566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2971800"/>
            <a:ext cx="0" cy="228600"/>
          </a:xfrm>
          <a:prstGeom prst="line">
            <a:avLst/>
          </a:prstGeom>
          <a:noFill/>
          <a:ln w="12700">
            <a:solidFill>
              <a:srgbClr val="55667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核心玩法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Core Gameplay · 寓教于乐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389120" cy="365760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38912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7" name="Text 5"/>
          <p:cNvSpPr/>
          <p:nvPr/>
        </p:nvSpPr>
        <p:spPr>
          <a:xfrm>
            <a:off x="365760" y="1454150"/>
            <a:ext cx="4160520" cy="31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移动: WASD / 方向键  |  开火: 自动 (按住空格强化)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大招: Shift = 胰岛素脉冲 (全屏清弹 + 范围伤害)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武器升级 Lv1 -&gt; Lv5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单发 → 三向散射 → 五向散射 → 五向+追踪弹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拾取「胰岛素结晶」提升火力等级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道具系统 = 科普隐喻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胰岛素结晶(蓝) -&gt; 火力+1 —— 胰岛素助控血糖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膳食纤维(绿) -&gt; 护盾恢复 —— 高纤维饮食守护健康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运动能量(橙) -&gt; 加速无敌 —— 运动提升胰岛素敏感性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C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高糖陷阱(红) -&gt; 误食受罚 —— 伪装甜甜圈，警示高糖危害!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知识闭环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战斗 → 通关/死亡 → 弹出「病理档案」卡片 → 知识点记忆</a:t>
            </a:r>
            <a:endParaRPr lang="en-US" sz="1600" dirty="0"/>
          </a:p>
        </p:txBody>
      </p:sp>
      <p:pic>
        <p:nvPicPr>
          <p:cNvPr id="8" name="Image 0" descr="H:\计算机游戏开发\策划案\设计素材\01_游戏战斗场景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29200" y="1234440"/>
            <a:ext cx="3749040" cy="3657600"/>
          </a:xfrm>
          <a:prstGeom prst="rect">
            <a:avLst/>
          </a:prstGeom>
        </p:spPr>
      </p:pic>
      <p:pic>
        <p:nvPicPr>
          <p:cNvPr id="9" name="Picture 6" descr="03_item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970" y="0"/>
            <a:ext cx="45720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36576"/>
          </a:xfrm>
          <a:prstGeom prst="rect">
            <a:avLst/>
          </a:prstGeom>
          <a:solidFill>
            <a:srgbClr val="B026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三大关卡与Boss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Levels &amp; Boss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37490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88920" cy="36576"/>
          </a:xfrm>
          <a:prstGeom prst="rect">
            <a:avLst/>
          </a:prstGeom>
          <a:solidFill>
            <a:srgbClr val="CC2222"/>
          </a:solidFill>
        </p:spPr>
      </p:sp>
      <p:pic>
        <p:nvPicPr>
          <p:cNvPr id="7" name="Image 0" descr="H:\计算机游戏开发\策划案\设计素材\03_关卡_1_血潮_Blood_Tid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1371600"/>
            <a:ext cx="260604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60604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关一「血潮」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血管微观战场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310896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Boss: 黏稠之主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3375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暗红血流 半血分裂 减速弹幕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361188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知识: 空腹血糖 3.9-6.1 mmol/L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0" y="1234440"/>
            <a:ext cx="2788920" cy="37490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1234440"/>
            <a:ext cx="2788920" cy="36576"/>
          </a:xfrm>
          <a:prstGeom prst="rect">
            <a:avLst/>
          </a:prstGeom>
          <a:solidFill>
            <a:srgbClr val="B026FF"/>
          </a:solidFill>
        </p:spPr>
      </p:sp>
      <p:pic>
        <p:nvPicPr>
          <p:cNvPr id="16" name="Image 2" descr="H:\计算机游戏开发\策划案\设计素材\03_关卡_2_盲视_Blind_Vis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91840" y="1371600"/>
            <a:ext cx="2606040" cy="1143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260604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2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关二「盲视」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337560" y="283464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眼底神经禁区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337560" y="310896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Boss: 血网之眼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337560" y="33375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墨黑神经丛 血雾致盲 护盾再生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337560" y="361188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知识: 视网膜病变 = 成人失明主因</a:t>
            </a:r>
            <a:endParaRPr lang="en-US" sz="1200" dirty="0"/>
          </a:p>
        </p:txBody>
      </p:sp>
      <p:pic>
        <p:nvPicPr>
          <p:cNvPr id="22" name="Image 3" descr="H:\计算机游戏开发\策划案\设计素材\02_Boss_2_血网之眼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99465" y="3931920"/>
            <a:ext cx="1371600" cy="8229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35040" y="1271270"/>
            <a:ext cx="2788920" cy="37490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126480" y="1234440"/>
            <a:ext cx="2788920" cy="36576"/>
          </a:xfrm>
          <a:prstGeom prst="rect">
            <a:avLst/>
          </a:prstGeom>
          <a:solidFill>
            <a:srgbClr val="FFB800"/>
          </a:solidFill>
        </p:spPr>
      </p:sp>
      <p:pic>
        <p:nvPicPr>
          <p:cNvPr id="25" name="Image 4" descr="H:\计算机游戏开发\策划案\设计素材\03_关卡_3_核心_The_Cor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17920" y="1371600"/>
            <a:ext cx="2606040" cy="11430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63640" y="260604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关三「核心」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263640" y="283464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胰腺终极决战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263640" y="310896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Boss: 胰岛吞噬者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263640" y="33375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三阶段 侵蚀→狂暴→崩解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263640" y="361188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知识: 管住嘴 迈开腿 定期监测</a:t>
            </a:r>
            <a:endParaRPr lang="en-US" sz="1200" dirty="0"/>
          </a:p>
        </p:txBody>
      </p:sp>
      <p:pic>
        <p:nvPicPr>
          <p:cNvPr id="31" name="Image 5" descr="H:\计算机游戏开发\策划案\设计素材\02_Boss_3_胰岛吞噬者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58000" y="3931920"/>
            <a:ext cx="1371600" cy="82296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65760" y="5074920"/>
            <a:ext cx="8412480" cy="18288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13" name="Image 1" descr="H:\计算机游戏开发\策划案\设计素材\02_Boss_1_黏稠之主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863340" y="3931920"/>
            <a:ext cx="137160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36576"/>
          </a:xfrm>
          <a:prstGeom prst="rect">
            <a:avLst/>
          </a:prstGeom>
          <a:solidFill>
            <a:srgbClr val="CC2222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美术风格与视觉设计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Bio Sci-Fi Horror · ICU Medical UI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754880" cy="365760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754880" cy="36576"/>
          </a:xfrm>
          <a:prstGeom prst="rect">
            <a:avLst/>
          </a:prstGeom>
          <a:solidFill>
            <a:srgbClr val="CC2222"/>
          </a:solidFill>
        </p:spPr>
      </p:sp>
      <p:sp>
        <p:nvSpPr>
          <p:cNvPr id="7" name="Text 5"/>
          <p:cNvSpPr/>
          <p:nvPr/>
        </p:nvSpPr>
        <p:spPr>
          <a:xfrm>
            <a:off x="594360" y="1371600"/>
            <a:ext cx="4297680" cy="338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整体基调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生物科幻 + 暗黑恐怖（参考: 异形、死亡空间）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配色纪律: 玩家=冷蓝 #2CA8FF | 敌人=毒糖紫 #B026FF/血红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主色调: 暗红 #4A0E0E / 墨黑 #0A0A0F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C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恐怖氛围手法（低成本）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心跳搏动缩放 + URP后处理统一暗角/噪点/泛光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受伤时边缘泛血红+抖动 | 血雾遮挡视野(关二)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偶发有机体剪影掠过 | 心电监护「滴——」报警音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C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美术资产规模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战机1 + 杂兵6 + Boss3 + 道具4 + 背景3套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约40件资产 | AI辅助生成 | 2周完成可控</a:t>
            </a:r>
            <a:endParaRPr lang="en-US" sz="1600" dirty="0"/>
          </a:p>
        </p:txBody>
      </p:sp>
      <p:pic>
        <p:nvPicPr>
          <p:cNvPr id="8" name="Image 0" descr="H:\计算机游戏开发\策划案\设计素材\04_UI_HUD设计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03520" y="1234440"/>
            <a:ext cx="3474720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03520" y="3657600"/>
            <a:ext cx="3474720" cy="123444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0" y="3657600"/>
            <a:ext cx="347472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1" name="Text 8"/>
          <p:cNvSpPr/>
          <p:nvPr/>
        </p:nvSpPr>
        <p:spPr>
          <a:xfrm>
            <a:off x="5486400" y="379476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UI: ICU监护仪风格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406908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半透明深色面板 + 荧光描边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心电图 = 生命进度条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难度选择 = 血糖风险等级(绿→红)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科普档案卡 = 医疗档案弹出面板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36576"/>
          </a:xfrm>
          <a:prstGeom prst="rect">
            <a:avLst/>
          </a:prstGeom>
          <a:solidFill>
            <a:srgbClr val="FFB800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难度设计与开发计划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Difficulty &amp; Development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572000" cy="68580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685800"/>
          </a:xfrm>
          <a:prstGeom prst="rect">
            <a:avLst/>
          </a:prstGeom>
          <a:solidFill>
            <a:srgbClr val="39FF14"/>
          </a:solidFill>
        </p:spPr>
      </p:sp>
      <p:sp>
        <p:nvSpPr>
          <p:cNvPr id="7" name="Text 5"/>
          <p:cNvSpPr/>
          <p:nvPr/>
        </p:nvSpPr>
        <p:spPr>
          <a:xfrm>
            <a:off x="594360" y="130759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FF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 · 科普模式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52704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生命x5 弹幕x0.6 科普卡强制阅读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课堂/社区/长辈 → 轻松通关，重点是「看懂知识」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572000" cy="68580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11680"/>
            <a:ext cx="54864" cy="685800"/>
          </a:xfrm>
          <a:prstGeom prst="rect">
            <a:avLst/>
          </a:prstGeom>
          <a:solidFill>
            <a:srgbClr val="FFB800"/>
          </a:solidFill>
        </p:spPr>
      </p:sp>
      <p:sp>
        <p:nvSpPr>
          <p:cNvPr id="12" name="Text 10"/>
          <p:cNvSpPr/>
          <p:nvPr/>
        </p:nvSpPr>
        <p:spPr>
          <a:xfrm>
            <a:off x="594360" y="20848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 · 标准体验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30428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生命x3 弹幕x1.0 科普卡可跳过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48716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大众休闲玩家 → 雷霆战机式爽快射击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572000" cy="685800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54864" cy="685800"/>
          </a:xfrm>
          <a:prstGeom prst="rect">
            <a:avLst/>
          </a:prstGeom>
          <a:solidFill>
            <a:srgbClr val="CC2222"/>
          </a:solidFill>
        </p:spPr>
      </p:sp>
      <p:sp>
        <p:nvSpPr>
          <p:cNvPr id="17" name="Text 15"/>
          <p:cNvSpPr/>
          <p:nvPr/>
        </p:nvSpPr>
        <p:spPr>
          <a:xfrm>
            <a:off x="594360" y="286207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困难 · 弹幕地狱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08152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生命x1 弹幕x1.6 无存档 隐藏彩蛋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26440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STG硬核玩家 → 极限挑战，高重玩价值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005" y="1234440"/>
            <a:ext cx="3658235" cy="2835275"/>
          </a:xfrm>
          <a:prstGeom prst="rect">
            <a:avLst/>
          </a:prstGeom>
          <a:solidFill>
            <a:srgbClr val="141B2A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0" y="1234440"/>
            <a:ext cx="365760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2" name="Text 20"/>
          <p:cNvSpPr/>
          <p:nvPr/>
        </p:nvSpPr>
        <p:spPr>
          <a:xfrm>
            <a:off x="53492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开发交付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49240" y="77724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关键策略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数据驱动(ScriptableObject配表)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全量对象池 → 60FPS稳定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MVP: 1关+1Boss+3难度 即满足需求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8412480" cy="18288"/>
          </a:xfrm>
          <a:prstGeom prst="rect">
            <a:avLst/>
          </a:prstGeom>
          <a:solidFill>
            <a:srgbClr val="FFB800"/>
          </a:solidFill>
        </p:spPr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应用场景: 学校健康教育 | 医院/社区慢病科普 | 企业员工健康关怀  |  未来: 系列化IP (癌症·心脑血管·呼吸系统)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54864" cy="292608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" name="Shape 1"/>
          <p:cNvSpPr/>
          <p:nvPr/>
        </p:nvSpPr>
        <p:spPr>
          <a:xfrm>
            <a:off x="8366760" y="1554480"/>
            <a:ext cx="54864" cy="2560320"/>
          </a:xfrm>
          <a:prstGeom prst="rect">
            <a:avLst/>
          </a:prstGeom>
          <a:solidFill>
            <a:srgbClr val="B026FF"/>
          </a:solidFill>
        </p:spPr>
      </p:sp>
      <p:sp>
        <p:nvSpPr>
          <p:cNvPr id="4" name="Shape 2"/>
          <p:cNvSpPr/>
          <p:nvPr/>
        </p:nvSpPr>
        <p:spPr>
          <a:xfrm>
            <a:off x="777240" y="1417320"/>
            <a:ext cx="109728" cy="109728"/>
          </a:xfrm>
          <a:prstGeom prst="rect">
            <a:avLst/>
          </a:prstGeom>
          <a:solidFill>
            <a:srgbClr val="B026FF"/>
          </a:solidFill>
        </p:spPr>
      </p:sp>
      <p:sp>
        <p:nvSpPr>
          <p:cNvPr id="5" name="Shape 3"/>
          <p:cNvSpPr/>
          <p:nvPr/>
        </p:nvSpPr>
        <p:spPr>
          <a:xfrm>
            <a:off x="8275320" y="1600200"/>
            <a:ext cx="109728" cy="10972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6" name="Text 4"/>
          <p:cNvSpPr/>
          <p:nvPr/>
        </p:nvSpPr>
        <p:spPr>
          <a:xfrm>
            <a:off x="1371600" y="18288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真正的防线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260604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E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是你自己的生活方式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474720"/>
            <a:ext cx="45720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3566160"/>
            <a:ext cx="3657600" cy="0"/>
          </a:xfrm>
          <a:prstGeom prst="line">
            <a:avLst/>
          </a:prstGeom>
          <a:noFill/>
          <a:ln w="12700">
            <a:solidFill>
              <a:srgbClr val="B02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7947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糖战·胰岛防线  |  Glucose War: The Last Islet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42519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 ·  欢迎提问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31920" y="4754880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13" name="Shape 11"/>
          <p:cNvSpPr/>
          <p:nvPr/>
        </p:nvSpPr>
        <p:spPr>
          <a:xfrm>
            <a:off x="4434840" y="4754880"/>
            <a:ext cx="73152" cy="73152"/>
          </a:xfrm>
          <a:prstGeom prst="ellipse">
            <a:avLst/>
          </a:prstGeom>
          <a:solidFill>
            <a:srgbClr val="B026FF"/>
          </a:solidFill>
        </p:spPr>
      </p:sp>
      <p:sp>
        <p:nvSpPr>
          <p:cNvPr id="14" name="Shape 12"/>
          <p:cNvSpPr/>
          <p:nvPr/>
        </p:nvSpPr>
        <p:spPr>
          <a:xfrm>
            <a:off x="4937760" y="4754880"/>
            <a:ext cx="73152" cy="73152"/>
          </a:xfrm>
          <a:prstGeom prst="ellipse">
            <a:avLst/>
          </a:prstGeom>
          <a:solidFill>
            <a:srgbClr val="00D4FF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WPS 演示</Application>
  <PresentationFormat>On-screen Show 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糖战·胰岛防线 - 项目汇报</dc:title>
  <dc:creator>Game Design Team</dc:creator>
  <dc:subject>PptxGenJS Presentation</dc:subject>
  <cp:lastModifiedBy>rz.</cp:lastModifiedBy>
  <cp:revision>2</cp:revision>
  <dcterms:created xsi:type="dcterms:W3CDTF">2026-06-02T05:43:00Z</dcterms:created>
  <dcterms:modified xsi:type="dcterms:W3CDTF">2026-06-02T05:52:16Z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479694E50CBF4B519E97C9EA90377D40_12</vt:lpwstr>
  </property>
</Properties>
</file>